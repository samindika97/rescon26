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8" r:id="rId4"/>
    <p:sldId id="304" r:id="rId5"/>
    <p:sldId id="261" r:id="rId6"/>
    <p:sldId id="280" r:id="rId7"/>
    <p:sldId id="308" r:id="rId8"/>
    <p:sldId id="289" r:id="rId9"/>
    <p:sldId id="309" r:id="rId10"/>
    <p:sldId id="266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06564A-7186-C874-3510-AAA25E9C4C05}" name="NNN" initials="NNN" userId="NN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9588"/>
    <a:srgbClr val="051A19"/>
    <a:srgbClr val="D8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89951-FECE-41A6-955B-42D8DF822EBF}" type="datetimeFigureOut">
              <a:rPr lang="en-US" smtClean="0"/>
              <a:t>20-Sep-26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7C332-1099-4497-A2CE-2D25A51E5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1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7C332-1099-4497-A2CE-2D25A51E5E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7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3AA9-200F-1E08-D925-A468E8ADE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752C0-F01E-DB5F-FB48-5F125A0A6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4C054-BCC3-3954-BCD1-61CEBF9F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F6C4F-E338-40E5-97B3-3A7A2A51DD17}" type="datetime1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D68D4-ED0E-B81F-6AD8-4E261B65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C779F-7AA7-3CB7-3E71-52EAD441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5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68D9-E342-2029-66B6-1132BD1A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2B07-8D6A-D37A-328A-BF39E752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2E4F-FA3A-5F5F-B2C4-7FDF8120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8D5E-7E5E-4BAD-8F6B-775471701CB9}" type="datetime1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BB879-9C3F-DC7D-AFB0-117EE5BD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7ED8-3500-727F-F278-CDDA0A80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7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16CB-8272-5E10-8183-85E8D06F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D051-1A45-FE26-5A3D-50EE3AF28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A8B14-AC1A-BA77-E646-1C7D7A6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85B4A-719C-4BEB-A239-301A3D705364}" type="datetime1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A1B97-631A-5086-BB08-1D50272B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603F-B045-E392-B84A-A51CACEA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5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BD95-EBCF-6311-3AB9-D93A1550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6CC69-0CB6-EAA7-C7A6-79299C53F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205DC-6C2F-A5C4-0A2C-B479EA350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EFCFD-4AE1-B790-0386-3EF08FC3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15BE9-6268-4ED6-BDE1-406B5EB9E38C}" type="datetime1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87D78-52B4-8FCF-60E6-098D91A5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05903-B567-BFFD-3763-C8FE067D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5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273C-6A3A-0D22-4617-DFD9257F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7CE2D-DAE6-3F6C-D854-71E7C0EAF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A3838-7A68-E8C3-4BDB-84253591B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CA30B-5173-DFCD-251F-C254D6ED8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5B7E7-8FBF-9305-B3D0-AA1F5C52A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1FB8E7-E4B2-92D3-615D-3FF0C146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36B95-77B8-406B-9E7C-B03B7FFEF890}" type="datetime1">
              <a:rPr lang="en-US" smtClean="0"/>
              <a:t>20-Sep-26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BFD76-45BB-9E26-2C3B-C2251392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81B27-6F4D-24C9-52C5-E7815F35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8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93FA-B0E0-AB7A-536B-97A50F5A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8241F-8D00-447C-0709-4CD38E1B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73A15-6AC3-45A8-B907-A7B157535C44}" type="datetime1">
              <a:rPr lang="en-US" smtClean="0"/>
              <a:t>20-Sep-26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AC20B-CBBE-A75D-5D7A-6A911C06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2D29-B678-CAB9-E50B-5FD76182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2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396C6-5D1D-F472-08C8-55CFE8D2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2F4D-B549-4DC6-8CDA-45DD2F087A04}" type="datetime1">
              <a:rPr lang="en-US" smtClean="0"/>
              <a:t>20-Sep-26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E8A26-19AD-AEFF-D784-FC514DD7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C3B61-2A38-A25B-01DA-5922DC55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3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7022-36D4-9950-F317-6C638933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592D-E458-6D96-8012-F8061C588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C15F2-2AB8-4E6A-AC0F-AC31A41AE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6B458-A5F6-61FE-6771-D43116C9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B20C-475B-46DA-8892-AD218C48BC2C}" type="datetime1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1C46A-B3C4-26CF-9861-7DCA075F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E0BD9-0306-AE9D-5A0E-E3243574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BC30-4524-7E4C-EA34-8ACFF2EE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89C7F-EC92-7812-34E5-0863AE30D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ACB1D-6F17-8F14-A824-D4B906EB6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4C04F-3272-6BF8-1D4D-4405561E8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47F28-02F6-4949-ABFF-363DB08D1198}" type="datetime1">
              <a:rPr lang="en-US" smtClean="0"/>
              <a:t>20-Sep-26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BADD8-07DF-71F7-7B28-BDF10AA2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B3A1E-F2CE-2AC2-A9D1-6135A356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8A42-C63D-97E8-D0E3-E6E43CDA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7D1F4-6351-B844-4AC4-5F99B3C99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BA5D-AF15-3E4C-EEFE-43C7AE36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1693-1972-4CB8-8E87-835F85264C40}" type="datetime1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7E0D-B082-A368-7564-20FE9FCF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64F07-48C5-25F4-B9CE-807BD784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0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E585E-176D-2DF4-DA50-0B8CF9830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588DB-2173-9A4D-4E95-FD57A3FC3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E77C8-7226-2CA2-018D-7995BA56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804BC-B83C-493A-8C3E-886820C9E0D3}" type="datetime1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1645C-4E11-F7CA-2B04-1AB896E6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D4DE9-60B6-E9BC-742A-483F0AFE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9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00F8C-9ABE-C2D7-622B-12F824AE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B2456-8606-4B82-0B4F-0189977CB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1487F-DFCE-E6F2-8BF1-590AFA197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EAC2-79A1-4997-A2A3-24B277BD9F14}" type="datetime1">
              <a:rPr lang="en-US" smtClean="0"/>
              <a:t>20-Sep-26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29D75-6EC8-C4C4-3671-39505F162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37C46-0B7D-5318-E68C-3B7B7E90C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05608-C71D-47B9-932A-1769E2571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1D4F-52D3-D814-ACF6-B9BA26CD5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421" y="1224116"/>
            <a:ext cx="11745158" cy="29857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sz="4900" b="1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 dirty="0"/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15ECD75-304B-1E0A-A69C-D564FC6417C2}"/>
              </a:ext>
            </a:extLst>
          </p:cNvPr>
          <p:cNvSpPr txBox="1">
            <a:spLocks/>
          </p:cNvSpPr>
          <p:nvPr/>
        </p:nvSpPr>
        <p:spPr>
          <a:xfrm>
            <a:off x="223420" y="326019"/>
            <a:ext cx="2519779" cy="440897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ID: xxx</a:t>
            </a:r>
          </a:p>
        </p:txBody>
      </p:sp>
      <p:sp>
        <p:nvSpPr>
          <p:cNvPr id="5" name="Google Shape;97;p1">
            <a:extLst>
              <a:ext uri="{FF2B5EF4-FFF2-40B4-BE49-F238E27FC236}">
                <a16:creationId xmlns:a16="http://schemas.microsoft.com/office/drawing/2014/main" id="{AE40525B-585C-19D6-341B-E2957413BDBA}"/>
              </a:ext>
            </a:extLst>
          </p:cNvPr>
          <p:cNvSpPr txBox="1"/>
          <p:nvPr/>
        </p:nvSpPr>
        <p:spPr>
          <a:xfrm>
            <a:off x="223421" y="4408920"/>
            <a:ext cx="11745158" cy="2123061"/>
          </a:xfrm>
          <a:prstGeom prst="rect">
            <a:avLst/>
          </a:prstGeom>
          <a:solidFill>
            <a:srgbClr val="051A1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lt1"/>
              </a:buClr>
              <a:buSzPct val="100000"/>
            </a:pPr>
            <a:endParaRPr lang="en-US" sz="2000" b="1" u="sng" dirty="0">
              <a:solidFill>
                <a:schemeClr val="l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 algn="ctr">
              <a:lnSpc>
                <a:spcPct val="90000"/>
              </a:lnSpc>
              <a:buClr>
                <a:schemeClr val="lt1"/>
              </a:buClr>
              <a:buSzPct val="100000"/>
            </a:pPr>
            <a:r>
              <a:rPr lang="en-US" sz="2000" b="1" u="sng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Presenting Author</a:t>
            </a:r>
            <a:r>
              <a:rPr lang="en-US" sz="2000" b="1" u="sng" baseline="30000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</a:t>
            </a:r>
            <a:r>
              <a:rPr lang="en-US" sz="2000" b="1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Author</a:t>
            </a:r>
            <a:r>
              <a:rPr lang="en-US" sz="2000" b="1" baseline="30000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2</a:t>
            </a:r>
            <a:r>
              <a:rPr lang="en-US" sz="2000" b="1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Corresponding Author</a:t>
            </a:r>
            <a:r>
              <a:rPr lang="en-US" sz="2000" b="1" baseline="30000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1*</a:t>
            </a:r>
            <a:endParaRPr lang="en-US" sz="2000" dirty="0">
              <a:solidFill>
                <a:schemeClr val="l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2000" baseline="30000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</a:t>
            </a:r>
            <a:r>
              <a:rPr lang="en-US" sz="2000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Affiliation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2000" baseline="30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2</a:t>
            </a:r>
            <a:r>
              <a:rPr lang="en-US" sz="2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Affiliation</a:t>
            </a:r>
            <a:endParaRPr sz="2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A7350-6083-4B3E-8598-ED945159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626" y="191936"/>
            <a:ext cx="2913953" cy="70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9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371B-BD0A-AF4B-0271-9C07387F8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77" y="170571"/>
            <a:ext cx="11869445" cy="1020932"/>
          </a:xfrm>
          <a:solidFill>
            <a:srgbClr val="051A19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22E1-6F47-97F0-6AD4-73BD03204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13" y="1514136"/>
            <a:ext cx="5155339" cy="4798173"/>
          </a:xfrm>
        </p:spPr>
        <p:txBody>
          <a:bodyPr>
            <a:noAutofit/>
          </a:bodyPr>
          <a:lstStyle/>
          <a:p>
            <a:pPr lvl="0">
              <a:lnSpc>
                <a:spcPct val="11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Introduction</a:t>
            </a:r>
          </a:p>
          <a:p>
            <a:pPr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Research Gap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Research objective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Methodology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Results and Discussions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Conclusions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Acknowledgements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E278A-B6E2-456A-A7DA-3E9383A4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78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371B-BD0A-AF4B-0271-9C07387F8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04" y="111247"/>
            <a:ext cx="11938360" cy="844079"/>
          </a:xfrm>
          <a:solidFill>
            <a:srgbClr val="051A19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A925C-2973-45CB-8274-9BDD8842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8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D2E920F-2239-5118-2189-CAAEF6B633CA}"/>
              </a:ext>
            </a:extLst>
          </p:cNvPr>
          <p:cNvSpPr txBox="1">
            <a:spLocks/>
          </p:cNvSpPr>
          <p:nvPr/>
        </p:nvSpPr>
        <p:spPr>
          <a:xfrm>
            <a:off x="161277" y="170571"/>
            <a:ext cx="11869445" cy="1020932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Research Gap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8D5EF-D605-42E3-812E-F7D26C289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507A8-EEEB-4A8A-BD3E-40BE1024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0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57251D-DB8F-D149-3ED5-9A86B6AC2180}"/>
              </a:ext>
            </a:extLst>
          </p:cNvPr>
          <p:cNvSpPr txBox="1">
            <a:spLocks/>
          </p:cNvSpPr>
          <p:nvPr/>
        </p:nvSpPr>
        <p:spPr>
          <a:xfrm>
            <a:off x="161277" y="170571"/>
            <a:ext cx="11869445" cy="1020932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Objectives 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ED73F6-44AD-4624-8A0F-B5BD75B6C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D79158-362F-4FEE-AEC2-29453239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8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244F7E-05CE-F116-EFD1-4039827B18F8}"/>
              </a:ext>
            </a:extLst>
          </p:cNvPr>
          <p:cNvSpPr txBox="1">
            <a:spLocks/>
          </p:cNvSpPr>
          <p:nvPr/>
        </p:nvSpPr>
        <p:spPr>
          <a:xfrm>
            <a:off x="161277" y="170571"/>
            <a:ext cx="11869445" cy="974648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Methodology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ogle Sans"/>
                <a:ea typeface="+mj-ea"/>
                <a:cs typeface="+mj-cs"/>
              </a:rPr>
              <a:t>  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10228-16E4-B0D6-8011-C811B993A946}"/>
              </a:ext>
            </a:extLst>
          </p:cNvPr>
          <p:cNvSpPr txBox="1"/>
          <p:nvPr/>
        </p:nvSpPr>
        <p:spPr>
          <a:xfrm>
            <a:off x="-509265" y="7855328"/>
            <a:ext cx="79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5ppm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F189C8-96BC-45E6-9661-87AED607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252F11-74A3-3AFC-0EF7-600423E60F61}"/>
              </a:ext>
            </a:extLst>
          </p:cNvPr>
          <p:cNvSpPr txBox="1">
            <a:spLocks/>
          </p:cNvSpPr>
          <p:nvPr/>
        </p:nvSpPr>
        <p:spPr>
          <a:xfrm>
            <a:off x="142042" y="115154"/>
            <a:ext cx="11929885" cy="808482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Results and Discussion 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A65B3-1AEE-4AB6-88F5-259BEA02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1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252F11-74A3-3AFC-0EF7-600423E60F61}"/>
              </a:ext>
            </a:extLst>
          </p:cNvPr>
          <p:cNvSpPr txBox="1">
            <a:spLocks/>
          </p:cNvSpPr>
          <p:nvPr/>
        </p:nvSpPr>
        <p:spPr>
          <a:xfrm>
            <a:off x="142042" y="124390"/>
            <a:ext cx="11869445" cy="1020932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9F1E2A-E2A0-4138-BBF3-6118F4BD7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BD779-0CCF-41B2-8BF4-94FEE6ED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6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252F11-74A3-3AFC-0EF7-600423E60F61}"/>
              </a:ext>
            </a:extLst>
          </p:cNvPr>
          <p:cNvSpPr txBox="1">
            <a:spLocks/>
          </p:cNvSpPr>
          <p:nvPr/>
        </p:nvSpPr>
        <p:spPr>
          <a:xfrm>
            <a:off x="142042" y="124390"/>
            <a:ext cx="11869445" cy="1020932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Acknowledgement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 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24594B-E5B2-46C4-84FF-3FA616C23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7E025-14AE-4D2B-8D0D-0E74013F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3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C02D8D-F93E-C292-4E42-6E96D2A03E1E}"/>
              </a:ext>
            </a:extLst>
          </p:cNvPr>
          <p:cNvSpPr txBox="1">
            <a:spLocks/>
          </p:cNvSpPr>
          <p:nvPr/>
        </p:nvSpPr>
        <p:spPr>
          <a:xfrm>
            <a:off x="161277" y="170571"/>
            <a:ext cx="11869445" cy="1020932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References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ogle Sans"/>
                <a:ea typeface="+mj-ea"/>
                <a:cs typeface="+mj-cs"/>
              </a:rPr>
              <a:t>  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05480D-C6F4-4E6A-85E5-FC7E6637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1B6D0-EFD0-4E17-ACFF-EAFD7672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7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069C4B-6D41-2CDB-2BAF-A2B01B23FCAF}"/>
              </a:ext>
            </a:extLst>
          </p:cNvPr>
          <p:cNvSpPr txBox="1">
            <a:spLocks/>
          </p:cNvSpPr>
          <p:nvPr/>
        </p:nvSpPr>
        <p:spPr>
          <a:xfrm>
            <a:off x="161277" y="170570"/>
            <a:ext cx="11869445" cy="4135099"/>
          </a:xfrm>
          <a:prstGeom prst="rect">
            <a:avLst/>
          </a:prstGeom>
          <a:solidFill>
            <a:srgbClr val="051A19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You.. 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D07FDF-88BC-42A2-A4BB-AEF5A7FA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5608-C71D-47B9-932A-1769E25717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5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3599</TotalTime>
  <Words>79</Words>
  <Application>Microsoft Office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Google Sans</vt:lpstr>
      <vt:lpstr>Office Theme</vt:lpstr>
      <vt:lpstr>      TITLE  </vt:lpstr>
      <vt:lpstr>Outline </vt:lpstr>
      <vt:lpstr>Introduction 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Dilan Ratnayake</cp:lastModifiedBy>
  <cp:revision>227</cp:revision>
  <dcterms:created xsi:type="dcterms:W3CDTF">2024-05-26T15:37:34Z</dcterms:created>
  <dcterms:modified xsi:type="dcterms:W3CDTF">2026-09-19T20:30:05Z</dcterms:modified>
</cp:coreProperties>
</file>